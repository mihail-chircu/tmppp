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0" b="1" dirty="0">
                <a:solidFill>
                  <a:srgbClr val="2A2A2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28000" dirty="0"/>
          </a:p>
        </p:txBody>
      </p:sp>
      <p:pic>
        <p:nvPicPr>
          <p:cNvPr id="3" name="Image 0" descr="/tmp/kinder-screenshots/01-homepage.jpe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0" y="0"/>
            <a:ext cx="438912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D1D1F">
              <a:alpha val="70000"/>
            </a:srgbClr>
          </a:solidFill>
          <a:ln w="12700">
            <a:solidFill>
              <a:srgbClr val="1D1D1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«Kinder» — Laravel 11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TI-235  ·  Chircu Mihail  ·  2026</a:t>
            </a:r>
            <a:endParaRPr lang="en-US" sz="1100" dirty="0"/>
          </a:p>
        </p:txBody>
      </p:sp>
      <p:pic>
        <p:nvPicPr>
          <p:cNvPr id="9" name="Picture 8" descr="utm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4320"/>
            <a:ext cx="1097280" cy="6536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Despre proiect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Magazin online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jucării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6304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plată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stări comandă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329184"/>
            <a:ext cx="4206240" cy="457200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3" name="Image 0" descr="/tmp/kinder-screenshots/01-homepag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25730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 Design Patterns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implementate în sistemul «Kinder»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554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· Factory 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 · Prototype · Builder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338328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73152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1554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4C7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· Decorator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· Composite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3383280"/>
          </a:xfrm>
          <a:prstGeom prst="rect">
            <a:avLst/>
          </a:prstGeom>
          <a:solidFill>
            <a:srgbClr val="F5F5F7"/>
          </a:solidFill>
          <a:ln w="12700">
            <a:solidFill>
              <a:srgbClr val="E0E0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63640" y="1554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F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Observer · 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 · Command · CoR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inder-screenshots/08-checkout-top.jpe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Creational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pattern-uri · Singleton · Factory Method · Abstract Factory · Prototype · Builder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Garantează că o clasă are o singură instanță și oferă un punct global de acces la aceasta.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CartService înregistrat ca singleton în AppServiceProvider. O singură instanță gestionează coșul pe tot parcursul request-ului.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1-homepage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o interfață pentru crearea unui obiect, dar lasă subclasele să decidă ce clasă să instanțieze.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OrderNotificationFactory cu metodele createOrderConfirmation(), createStatusUpdate(), createShippingNotification(). Subclasele aleg tipul notificării.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5-admin-orders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Factory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Oferă o interfață pentru crearea unor familii de obiecte înrudite fără a specifica clasele concrete.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EmailNotificationFactory și SmsNotificationFactory implementează OrderNotificationFactory. AppServiceProvider injectează fabrica configurată.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6-admin-dashboar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copierea obiectelor existente fără a face codul dependent de clasele lor. Clonat, nu construit.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Product::duplicate() clonează produsul cu toate imaginile, atribuind un nou slug și SKU. Accesibil în admin prin butonul de duplicare.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4-admin-products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Construiește obiecte complexe pas cu pas, separând logica de construcție de reprezentarea finală.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OrderBuilder permite asamblarea fluent a comenzii: forUser() → withCustomer() → withShipping() → withPaymentMethod() → build().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8-checkout-t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inder-screenshots/07-admin-categories.jpe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Structural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pattern-uri · Adapter · Decorator · Facade · Composite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colaborarea obiectelor cu interfețe incompatibile, acționând ca un translator între ele.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BankTransferAdapter, CardPaymentAdapter, CashOnDeliveryAdapter implementează PaymentProcessorInterface. PaymentService le utilizează uniform.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9-checkout-paymen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Adaugă dinamic responsabilități unui obiect prin învelire, ca alternativă flexibilă la subclasificare.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BasePrice + GiftWrapDecorator (+25 lei) + DiscountDecorator. Decoratoarele se compun dinamic la checkout pentru calculul prețului final.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9-checkout-paymen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Oferă o interfață simplificată la un subsistem complex, ascunzând detaliile de implementare.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expune doar getAvailableMethods() și process(). CheckoutController nu cunoaște existența adaptoarelor individuale.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8-checkout-t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09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Compune obiectele în structuri arborescente pentru a reprezenta ierarhii întreg-parte.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cu relațiile parent() și children(). getProductCountAttribute() calculează recursiv produsele inclusiv din subcategorii.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7-admin-categories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inder-screenshots/05-admin-orders.jpe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pattern-uri · State · Observer · Strategy · Template Method · Command · Chain of Responsibility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unui obiect să-și modifice comportamentul când starea internă se schimbă. Din exterior pare că și-a schimbat clasa.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PendingState → ProcessingState → ShippedState → DeliveredState / CancelledState. allowedTransitions() previne tranzițiile invalide.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5-admin-orders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o dependență one-to-many: la schimbarea unui obiect, toți dependenții sunt notificați automat.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Listeners Laravel. Order declanșează OrderPlaced → OrderNotificationService trimite email/SMS automat fără cuplaj direct.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6-admin-dashboar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o familie de algoritmi interschimbabili, encapsulează fiecare și îi face independenți de client.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Plată la livrare / Transfer bancar / Card bancar — strategii interschimbabile. PaymentService selectează dinamic strategia.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9-checkout-paymen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scheletul unui algoritm, lăsând subclasele să implementeze anumiți pași fără a schimba structura.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PriceDecorator abstract cu calculate() și getBreakdown(). DiscountDecorator, TaxDecorator, GiftWrapDecorator suprascriu metodele.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3-product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Transformă o cerere în obiect independent, permițând parametrizarea, înregistrarea și execuția amânată.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ProcessDiscounts, CleanupProductsWithoutImages, FixMissingImages, ImportJucarenia — comenzi Artisan cu handle() independent.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6-admin-dashboar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EBEBE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4008"/>
          </a:xfrm>
          <a:prstGeom prst="rect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" y="137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E0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Responsibility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" y="175564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cereri de-a lungul unui lanț de handleri, fiecare putând procesa sau delega cererea.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30632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9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ÎN: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1168" y="32918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AdminMiddleware verifică is_admin = true înainte de orice rută /admin. Lanțul de middleware: Auth → Admin → Controller.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23944" y="374904"/>
            <a:ext cx="4800600" cy="448056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/tmp/kinder-screenshots/04-admin-products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071562"/>
            <a:ext cx="4800600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inder-screenshots/02-catalog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Concluzii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49808" y="1490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pattern-uri Creational — flexibilitate în crearea obiectelor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49808" y="22677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pattern-uri Structural — cod extensibil și decuplat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09728" cy="109728"/>
          </a:xfrm>
          <a:prstGeom prst="ellipse">
            <a:avLst/>
          </a:prstGeom>
          <a:solidFill>
            <a:srgbClr val="FF9F0A"/>
          </a:solidFill>
          <a:ln w="12700">
            <a:solidFill>
              <a:srgbClr val="FF9F0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49808" y="3044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pattern-uri Behavioral — fluxuri clare și mentenabile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→ cod curat · extensibil · mentenabil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 · TI-235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— Kinder</dc:title>
  <dc:subject>PptxGenJS Presentation</dc:subject>
  <dc:creator>PptxGenJS</dc:creator>
  <cp:lastModifiedBy>PptxGenJS</cp:lastModifiedBy>
  <cp:revision>1</cp:revision>
  <dcterms:created xsi:type="dcterms:W3CDTF">2026-03-13T12:49:07Z</dcterms:created>
  <dcterms:modified xsi:type="dcterms:W3CDTF">2026-03-13T12:49:07Z</dcterms:modified>
</cp:coreProperties>
</file>