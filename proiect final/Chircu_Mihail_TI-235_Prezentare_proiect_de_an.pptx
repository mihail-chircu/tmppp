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3" name="Image 0" descr="/Users/michael/dev/personal/lab TMPPP/proiect final/ut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20040"/>
            <a:ext cx="1097280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MINISTERUL EDUCAȚIEI ȘI CERCETĂRII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TEHNICĂ A MOLDOVEI</a:t>
            </a:r>
            <a:endParaRPr lang="en-US" sz="10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 Calculatoare, Informatică și Microelectronică</a:t>
            </a:r>
            <a:endParaRPr lang="en-US" sz="1000" dirty="0"/>
          </a:p>
          <a:p>
            <a:pPr indent="0" marL="0">
              <a:buNone/>
            </a:pPr>
            <a:r>
              <a:rPr lang="en-US" sz="1000" spc="200" kern="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Specialitatea Tehnologia Informației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Aplicarea pattern-urilor GoF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de comerț electronic Kinder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200400"/>
            <a:ext cx="1828800" cy="0"/>
          </a:xfrm>
          <a:prstGeom prst="line">
            <a:avLst/>
          </a:prstGeom>
          <a:noFill/>
          <a:ln w="25400">
            <a:solidFill>
              <a:srgbClr val="DA1F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Chircu Mihail, gr. TI-235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Conducător: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lect. univ. Mihai Musteață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4663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Chișinău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Aceleași probleme, aceleași soluții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Fundamentarea teoretică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soluții reutilizabile, catalogate de Gang of Four (1994), pentru probleme recurente în 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10312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468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496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Creaționale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Instanțiere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pattern-uri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560320" cy="210312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496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Compunere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pattern-uri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560320" cy="210312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24688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496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Responsabilități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pattern-uri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 online de jucării</a:t>
            </a:r>
            <a:endParaRPr lang="en-US" sz="1300" dirty="0"/>
          </a:p>
        </p:txBody>
      </p:sp>
      <p:pic>
        <p:nvPicPr>
          <p:cNvPr id="5" name="Image 0" descr="/Users/michael/dev/personal/lab TMPPP/proiect final/docs/screenshots/hom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9377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493776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tehnologic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828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Blade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3337560"/>
            <a:ext cx="182880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complet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coș cu undo · checkout · plată · notificări · panou admin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în cifre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Scară și amploare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" y="1828800"/>
            <a:ext cx="19202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1722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pattern-uri GoF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3180" y="1828800"/>
            <a:ext cx="19202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4·5·6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267462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Creațional · Structural · Comportamental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0580" y="1828800"/>
            <a:ext cx="19202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058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73202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 în catalog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97980" y="1828800"/>
            <a:ext cx="1920240" cy="192024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7980" y="2103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678942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 cerut — depășit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cele 15 pattern-uri rezolvă probleme reale ale domeniului — e-commerce.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Creaționale · 4 pattern-uri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Instanțierea obiectelor complexe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2940" y="1600200"/>
            <a:ext cx="3794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4460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94460" y="20391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construcția comenzilor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86300" y="1600200"/>
            <a:ext cx="3794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630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783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7820" y="17373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17820" y="20391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clonare produse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2940" y="2926080"/>
            <a:ext cx="3794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940" y="292608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9446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394460" y="33649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de shipping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86300" y="2926080"/>
            <a:ext cx="3794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86300" y="292608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782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17820" y="33649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notificări multi-canal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Structurale · 5 pattern-uri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Compunerea obiectelor în structuri mai mari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orchestrare checkout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3192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preț compozabil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6656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gateway-uri de plată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805940" y="288036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805940" y="288036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540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3746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253746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transparent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640580" y="288036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0580" y="288036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30632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210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37210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 categorii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Comportamentale · 6 pattern-uri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Distribuirea responsabilităților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862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014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014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sortare catalog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326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326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7830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478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5478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mașină stări comandă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57900" y="160020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57900" y="160020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83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942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89420" y="2039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pe coș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88620" y="288036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88620" y="288036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2014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Resp.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2014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checkout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23260" y="288036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23260" y="288036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30632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478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395478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JSON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57900" y="288036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57900" y="2880360"/>
            <a:ext cx="54864" cy="105156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06324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894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78942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reacții post-comandă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Abstract Factory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Familii consistente de notificări</a:t>
            </a:r>
            <a:endParaRPr lang="en-US" sz="1300" dirty="0"/>
          </a:p>
        </p:txBody>
      </p:sp>
      <p:pic>
        <p:nvPicPr>
          <p:cNvPr id="5" name="Image 0" descr="/Users/michael/dev/personal/lab TMPPP/proiect final/docs/uml/04-abstract-fac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5778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463040"/>
            <a:ext cx="24688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canale  ×  3 notificări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SMS · Push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familie consistentă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singură alegere produce toate notificările tunate per canal.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Extensibilitate fără modificare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Principiul Open/Closed, demonstrat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94760" cy="22860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treilea canal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Notificări Push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14400" y="2971800"/>
            <a:ext cx="914400" cy="0"/>
          </a:xfrm>
          <a:prstGeom prst="line">
            <a:avLst/>
          </a:prstGeom>
          <a:noFill/>
          <a:ln w="25400">
            <a:solidFill>
              <a:srgbClr val="DA1F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clasă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3794760" cy="22860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19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patrulea validator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83480" y="2331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DiscountValidationHandler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983480" y="2971800"/>
            <a:ext cx="914400" cy="0"/>
          </a:xfrm>
          <a:prstGeom prst="line">
            <a:avLst/>
          </a:prstGeom>
          <a:noFill/>
          <a:ln w="25400">
            <a:solidFill>
              <a:srgbClr val="DA1F4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8348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clasă · +1 linie pipeline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solidFill>
            <a:srgbClr val="15183A"/>
          </a:solidFill>
          <a:ln w="12700">
            <a:solidFill>
              <a:srgbClr val="1518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Codul existent: neatins.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în funcțiune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Admin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141732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michael/dev/personal/lab TMPPP/proiect final/docs/screenshots/catalog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" y="1453896"/>
            <a:ext cx="2532888" cy="2670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" y="4297680"/>
            <a:ext cx="2148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8980" y="141732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Users/michael/dev/personal/lab TMPPP/proiect final/docs/screenshots/checkou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5556" y="1453896"/>
            <a:ext cx="2532888" cy="2670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7580" y="4297680"/>
            <a:ext cx="2148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97580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03620" y="141732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Users/michael/dev/personal/lab TMPPP/proiect final/docs/screenshots/admin-dashboard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0196" y="1453896"/>
            <a:ext cx="2532888" cy="26700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32220" y="4297680"/>
            <a:ext cx="2148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332220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9DE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Proiect de an · TI-235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371600" cy="0"/>
          </a:xfrm>
          <a:prstGeom prst="line">
            <a:avLst/>
          </a:prstGeom>
          <a:noFill/>
          <a:ln w="25400">
            <a:solidFill>
              <a:srgbClr val="DA1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pattern-uri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selectat pentru o problemă reală a domeniului, nu pentru a bifa o listă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52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respectat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demonstrat practic prin extinderi ulterioare fără modificări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DA1F4E"/>
          </a:solidFill>
          <a:ln w="12700">
            <a:solidFill>
              <a:srgbClr val="DA1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04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scalabilă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validată cu PushNotificationFactory și DiscountValidationHandler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82296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Mulțumesc!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0" y="3383280"/>
            <a:ext cx="1828800" cy="0"/>
          </a:xfrm>
          <a:prstGeom prst="line">
            <a:avLst/>
          </a:prstGeom>
          <a:noFill/>
          <a:ln w="25400">
            <a:solidFill>
              <a:srgbClr val="DA1F4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71800" y="3794760"/>
            <a:ext cx="3200400" cy="502920"/>
          </a:xfrm>
          <a:prstGeom prst="rect">
            <a:avLst/>
          </a:prstGeom>
          <a:solidFill>
            <a:srgbClr val="2A2E55"/>
          </a:solidFill>
          <a:ln w="9525">
            <a:solidFill>
              <a:srgbClr val="3A3F6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8862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044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github.com/mihail-chircu/TMPPP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Chircu Mihail  ·  gr. TI-235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UTM · FCIM · TI-235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Aplicarea pattern-urilor GoF — Kinder</dc:title>
  <dc:subject>Proiect de an · TMPPP</dc:subject>
  <dc:creator>Chircu Mihail</dc:creator>
  <cp:lastModifiedBy>Chircu Mihail</cp:lastModifiedBy>
  <cp:revision>1</cp:revision>
  <dcterms:created xsi:type="dcterms:W3CDTF">2026-04-24T14:27:20Z</dcterms:created>
  <dcterms:modified xsi:type="dcterms:W3CDTF">2026-04-24T14:27:20Z</dcterms:modified>
</cp:coreProperties>
</file>