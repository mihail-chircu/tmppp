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3" name="Image 0" descr="/Users/michael/dev/personal/lab TMPPP/proiect final/ut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320040"/>
            <a:ext cx="1097280" cy="7863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11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8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MINISTERUL EDUCAȚIEI ȘI CERCETĂRII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200" kern="0" dirty="0">
                <a:solidFill>
                  <a:srgbClr val="B8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TEHNICĂ A MOLDOVEI</a:t>
            </a:r>
            <a:endParaRPr lang="en-US" sz="1000" dirty="0"/>
          </a:p>
          <a:p>
            <a:pPr indent="0" marL="0">
              <a:buNone/>
            </a:pPr>
            <a:r>
              <a:rPr lang="en-US" sz="1000" spc="200" kern="0" dirty="0">
                <a:solidFill>
                  <a:srgbClr val="B8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Facultatea Calculatoare, Informatică și Microelectronică</a:t>
            </a:r>
            <a:endParaRPr lang="en-US" sz="1000" dirty="0"/>
          </a:p>
          <a:p>
            <a:pPr indent="0" marL="0">
              <a:buNone/>
            </a:pPr>
            <a:r>
              <a:rPr lang="en-US" sz="1000" spc="200" kern="0" dirty="0">
                <a:solidFill>
                  <a:srgbClr val="B8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Specialitatea Tehnologia Informației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Aplicarea pattern-urilor GoF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 de comerț electronic Kinder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3200400"/>
            <a:ext cx="1828800" cy="0"/>
          </a:xfrm>
          <a:prstGeom prst="line">
            <a:avLst/>
          </a:prstGeom>
          <a:noFill/>
          <a:ln w="25400">
            <a:solidFill>
              <a:srgbClr val="DA1F4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Mihail, gr. TI-235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Conducător: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lect. univ. Mihai Musteață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17920" y="4663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Chișinău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Aceleași probleme, aceleași soluții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Fundamentarea teoretică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 soluții reutilizabile, catalogate de Gang of Four (1994), pentru probleme recurente în OOP.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2560320" cy="2103120"/>
          </a:xfrm>
          <a:prstGeom prst="rect">
            <a:avLst/>
          </a:prstGeom>
          <a:solidFill>
            <a:srgbClr val="F7F8FC"/>
          </a:solidFill>
          <a:ln w="9525">
            <a:solidFill>
              <a:srgbClr val="E1E5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24963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Creaționale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pattern-uri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2194560"/>
            <a:ext cx="2560320" cy="2103120"/>
          </a:xfrm>
          <a:prstGeom prst="rect">
            <a:avLst/>
          </a:prstGeom>
          <a:solidFill>
            <a:srgbClr val="F7F8FC"/>
          </a:solidFill>
          <a:ln w="9525">
            <a:solidFill>
              <a:srgbClr val="E1E5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24963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9184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29184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pattern-uri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26480" y="2194560"/>
            <a:ext cx="2560320" cy="2103120"/>
          </a:xfrm>
          <a:prstGeom prst="rect">
            <a:avLst/>
          </a:prstGeom>
          <a:solidFill>
            <a:srgbClr val="F7F8FC"/>
          </a:solidFill>
          <a:ln w="9525">
            <a:solidFill>
              <a:srgbClr val="E1E5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24963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12648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Comportamentale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2648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Responsabilități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26480" y="3886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pattern-uri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Magazin online de jucării</a:t>
            </a:r>
            <a:endParaRPr lang="en-US" sz="1300" dirty="0"/>
          </a:p>
        </p:txBody>
      </p:sp>
      <p:pic>
        <p:nvPicPr>
          <p:cNvPr id="5" name="Image 0" descr="/Users/michael/dev/personal/lab TMPPP/proiect final/docs/screenshots/home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493776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4937760" cy="3108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tehnologic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0" y="1828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11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· Blade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0" y="3337560"/>
            <a:ext cx="1828800" cy="0"/>
          </a:xfrm>
          <a:prstGeom prst="line">
            <a:avLst/>
          </a:prstGeom>
          <a:noFill/>
          <a:ln w="12700">
            <a:solidFill>
              <a:srgbClr val="E1E5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complet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0" y="3886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coș cu undo · checkout · plată · notificări · panou admin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 în cifre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Scară și amploare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5780" y="1828800"/>
            <a:ext cx="192024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5780" y="21031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1722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7E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pattern-uri GoF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3180" y="1828800"/>
            <a:ext cx="192024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83180" y="21031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4·5·6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267462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7E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Creațional · Structural · Comportamental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40580" y="1828800"/>
            <a:ext cx="192024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0580" y="21031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473202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7E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 în catalog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97980" y="1828800"/>
            <a:ext cx="1920240" cy="192024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7980" y="21031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6789420" y="31546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7E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 cerut — depășit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069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cele 15 pattern-uri rezolvă probleme reale ale domeniului — e-commerce.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Creaționale · 4 pattern-uri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Instanțierea obiectelor complexe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62940" y="1600200"/>
            <a:ext cx="37947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294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7830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4460" y="17373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94460" y="20391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construcția comenzilor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86300" y="1600200"/>
            <a:ext cx="37947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8630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17830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17820" y="17373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417820" y="20391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clonare produse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62940" y="2926080"/>
            <a:ext cx="37947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62940" y="292608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310896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94460" y="30632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Method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394460" y="33649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de shipping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86300" y="2926080"/>
            <a:ext cx="37947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86300" y="292608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900" y="310896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17820" y="30632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5417820" y="33649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notificări multi-canal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Structurale · 5 pattern-uri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Compunerea obiectelor în structuri mai mari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7280" y="20391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orchestrare checkout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0" y="160020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7830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3192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Decorator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931920" y="20391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preț compozabil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60020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3504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6656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766560" y="20391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gateway-uri de plată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805940" y="288036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805940" y="288036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40" y="306324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537460" y="30175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2537460" y="3319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transparent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640580" y="288036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40580" y="288036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9180" y="3063240"/>
            <a:ext cx="411480" cy="41148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72100" y="30175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5372100" y="3319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arbore categorii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Comportamentale · 6 pattern-uri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Distribuirea responsabilităților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88620" y="160020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862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7830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014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20140" y="20391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sortare catalog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23260" y="160020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2326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17830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5478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954780" y="20391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mașină stări comandă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57900" y="160020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57900" y="160020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7830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89420" y="1737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789420" y="20391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pe coș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388620" y="288036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88620" y="288036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" y="306324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20140" y="30175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Resp.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1120140" y="3319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checkout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23260" y="288036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23260" y="288036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3063240"/>
            <a:ext cx="411480" cy="41148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954780" y="30175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Method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3954780" y="3319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 / JSON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057900" y="2880360"/>
            <a:ext cx="26974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057900" y="2880360"/>
            <a:ext cx="54864" cy="105156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3063240"/>
            <a:ext cx="411480" cy="41148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789420" y="30175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6789420" y="33192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reacții post-comandă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Abstract Factory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Familii consistente de notificări</a:t>
            </a:r>
            <a:endParaRPr lang="en-US" sz="1300" dirty="0"/>
          </a:p>
        </p:txBody>
      </p:sp>
      <p:pic>
        <p:nvPicPr>
          <p:cNvPr id="5" name="Image 0" descr="/Users/michael/dev/personal/lab TMPPP/proiect final/docs/uml/04-abstract-fac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5577840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0" y="1463040"/>
            <a:ext cx="246888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canale  ×  3 notificări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21792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SMS · Push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217920" y="2331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familie consistentă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217920" y="28803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singură alegere produce toate notificările tunate per canal.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Extensibilitate fără modificare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Principiul Open/Closed, demonstrat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794760" cy="2286000"/>
          </a:xfrm>
          <a:prstGeom prst="rect">
            <a:avLst/>
          </a:prstGeom>
          <a:solidFill>
            <a:srgbClr val="F7F8FC"/>
          </a:solidFill>
          <a:ln w="9525">
            <a:solidFill>
              <a:srgbClr val="E1E5E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1907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treilea canal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Notificări Push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914400" y="2971800"/>
            <a:ext cx="914400" cy="0"/>
          </a:xfrm>
          <a:prstGeom prst="line">
            <a:avLst/>
          </a:prstGeom>
          <a:noFill/>
          <a:ln w="25400">
            <a:solidFill>
              <a:srgbClr val="DA1F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clasă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09160" y="1463040"/>
            <a:ext cx="3794760" cy="2286000"/>
          </a:xfrm>
          <a:prstGeom prst="rect">
            <a:avLst/>
          </a:prstGeom>
          <a:solidFill>
            <a:srgbClr val="F7F8FC"/>
          </a:solidFill>
          <a:ln w="9525">
            <a:solidFill>
              <a:srgbClr val="E1E5E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171907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patrulea validator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83480" y="2331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DiscountValidationHandler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983480" y="2971800"/>
            <a:ext cx="914400" cy="0"/>
          </a:xfrm>
          <a:prstGeom prst="line">
            <a:avLst/>
          </a:prstGeom>
          <a:noFill/>
          <a:ln w="25400">
            <a:solidFill>
              <a:srgbClr val="DA1F4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98348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clasă · +1 linie pipeline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931920"/>
            <a:ext cx="7772400" cy="548640"/>
          </a:xfrm>
          <a:prstGeom prst="rect">
            <a:avLst/>
          </a:prstGeom>
          <a:solidFill>
            <a:srgbClr val="15183A"/>
          </a:solidFill>
          <a:ln w="12700">
            <a:solidFill>
              <a:srgbClr val="15183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8580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Codul existent: neatins.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28016" cy="128016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în funcțiune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· Admin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34340" y="1417320"/>
            <a:ext cx="26060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pic>
        <p:nvPicPr>
          <p:cNvPr id="6" name="Image 0" descr="/Users/michael/dev/personal/lab TMPPP/proiect final/docs/screenshots/catalog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0916" y="1453896"/>
            <a:ext cx="2532888" cy="2670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" y="4297680"/>
            <a:ext cx="2148840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2940" y="42976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68980" y="1417320"/>
            <a:ext cx="26060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/Users/michael/dev/personal/lab TMPPP/proiect final/docs/screenshots/checkou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05556" y="1453896"/>
            <a:ext cx="2532888" cy="267004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97580" y="4297680"/>
            <a:ext cx="2148840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497580" y="42976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03620" y="1417320"/>
            <a:ext cx="26060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1E5EE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/Users/michael/dev/personal/lab TMPPP/proiect final/docs/screenshots/admin-dashboard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0196" y="1453896"/>
            <a:ext cx="2532888" cy="2670048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332220" y="4297680"/>
            <a:ext cx="2148840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332220" y="42976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57200" y="4754880"/>
            <a:ext cx="8229600" cy="0"/>
          </a:xfrm>
          <a:prstGeom prst="line">
            <a:avLst/>
          </a:prstGeom>
          <a:noFill/>
          <a:ln w="9525">
            <a:solidFill>
              <a:srgbClr val="D9DEE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57200" y="48280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Proiect de an · TI-235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8229600" y="482803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Concluzii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1371600" cy="0"/>
          </a:xfrm>
          <a:prstGeom prst="line">
            <a:avLst/>
          </a:prstGeom>
          <a:noFill/>
          <a:ln w="25400">
            <a:solidFill>
              <a:srgbClr val="DA1F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502920" cy="502920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0136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737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pattern-uri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1488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selectat pentru o problemă reală a domeniului, nu pentru a bifa o listă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834640"/>
            <a:ext cx="502920" cy="502920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8529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7889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respectat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3200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Open/Closed demonstrat practic prin extinderi ulterioare fără modificări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DA1F4E"/>
          </a:solidFill>
          <a:ln w="12700">
            <a:solidFill>
              <a:srgbClr val="DA1F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904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8404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scalabilă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42519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validată cu PushNotificationFactory și DiscountValidationHandler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822960"/>
            <a:ext cx="73152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7373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Mulțumesc!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0" y="2651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1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Întrebări?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657600" y="3383280"/>
            <a:ext cx="1828800" cy="0"/>
          </a:xfrm>
          <a:prstGeom prst="line">
            <a:avLst/>
          </a:prstGeom>
          <a:noFill/>
          <a:ln w="25400">
            <a:solidFill>
              <a:srgbClr val="DA1F4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71800" y="3794760"/>
            <a:ext cx="3200400" cy="502920"/>
          </a:xfrm>
          <a:prstGeom prst="rect">
            <a:avLst/>
          </a:prstGeom>
          <a:solidFill>
            <a:srgbClr val="2A2E55"/>
          </a:solidFill>
          <a:ln w="9525">
            <a:solidFill>
              <a:srgbClr val="3A3F6B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38862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520440" y="38221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github.com/mihail-chircu/TMPPP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0" y="45720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 ·  gr. TI-235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UTM · FCIM · TI-235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Aplicarea pattern-urilor GoF — Kinder</dc:title>
  <dc:subject>Proiect de an · TMPPP</dc:subject>
  <dc:creator>Chircu Mihail</dc:creator>
  <cp:lastModifiedBy>Chircu Mihail</cp:lastModifiedBy>
  <cp:revision>1</cp:revision>
  <dcterms:created xsi:type="dcterms:W3CDTF">2026-04-24T14:27:20Z</dcterms:created>
  <dcterms:modified xsi:type="dcterms:W3CDTF">2026-04-24T14:27:20Z</dcterms:modified>
</cp:coreProperties>
</file>